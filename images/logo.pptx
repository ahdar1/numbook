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A10BE-C021-F04C-8006-266134D92D80}" v="18" dt="2022-11-11T09:00:33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yanto, Ahmad" userId="61940c2a-8427-4576-9f17-0c8fab086415" providerId="ADAL" clId="{454A10BE-C021-F04C-8006-266134D92D80}"/>
    <pc:docChg chg="undo custSel addSld modSld">
      <pc:chgData name="Daryanto, Ahmad" userId="61940c2a-8427-4576-9f17-0c8fab086415" providerId="ADAL" clId="{454A10BE-C021-F04C-8006-266134D92D80}" dt="2022-11-11T09:00:46.878" v="64" actId="164"/>
      <pc:docMkLst>
        <pc:docMk/>
      </pc:docMkLst>
      <pc:sldChg chg="modSp mod">
        <pc:chgData name="Daryanto, Ahmad" userId="61940c2a-8427-4576-9f17-0c8fab086415" providerId="ADAL" clId="{454A10BE-C021-F04C-8006-266134D92D80}" dt="2022-11-05T12:41:31.198" v="1" actId="20577"/>
        <pc:sldMkLst>
          <pc:docMk/>
          <pc:sldMk cId="1797249142" sldId="256"/>
        </pc:sldMkLst>
        <pc:spChg chg="mod">
          <ac:chgData name="Daryanto, Ahmad" userId="61940c2a-8427-4576-9f17-0c8fab086415" providerId="ADAL" clId="{454A10BE-C021-F04C-8006-266134D92D80}" dt="2022-11-05T12:41:31.198" v="1" actId="20577"/>
          <ac:spMkLst>
            <pc:docMk/>
            <pc:sldMk cId="1797249142" sldId="256"/>
            <ac:spMk id="5" creationId="{BB78DC23-7FAB-DE5D-237A-7A78532961AB}"/>
          </ac:spMkLst>
        </pc:spChg>
      </pc:sldChg>
      <pc:sldChg chg="addSp delSp modSp add mod">
        <pc:chgData name="Daryanto, Ahmad" userId="61940c2a-8427-4576-9f17-0c8fab086415" providerId="ADAL" clId="{454A10BE-C021-F04C-8006-266134D92D80}" dt="2022-11-05T12:48:58.597" v="45" actId="1076"/>
        <pc:sldMkLst>
          <pc:docMk/>
          <pc:sldMk cId="3869677343" sldId="257"/>
        </pc:sldMkLst>
        <pc:spChg chg="add mod">
          <ac:chgData name="Daryanto, Ahmad" userId="61940c2a-8427-4576-9f17-0c8fab086415" providerId="ADAL" clId="{454A10BE-C021-F04C-8006-266134D92D80}" dt="2022-11-05T12:45:42.126" v="11"/>
          <ac:spMkLst>
            <pc:docMk/>
            <pc:sldMk cId="3869677343" sldId="257"/>
            <ac:spMk id="2" creationId="{940D8ACC-0FB8-2528-14F9-6BCD566D7970}"/>
          </ac:spMkLst>
        </pc:spChg>
        <pc:spChg chg="add del mod">
          <ac:chgData name="Daryanto, Ahmad" userId="61940c2a-8427-4576-9f17-0c8fab086415" providerId="ADAL" clId="{454A10BE-C021-F04C-8006-266134D92D80}" dt="2022-11-05T12:45:46.885" v="13"/>
          <ac:spMkLst>
            <pc:docMk/>
            <pc:sldMk cId="3869677343" sldId="257"/>
            <ac:spMk id="3" creationId="{79D9D95D-0BA4-F322-9D0C-A19DF64DC1C1}"/>
          </ac:spMkLst>
        </pc:spChg>
        <pc:spChg chg="add mod">
          <ac:chgData name="Daryanto, Ahmad" userId="61940c2a-8427-4576-9f17-0c8fab086415" providerId="ADAL" clId="{454A10BE-C021-F04C-8006-266134D92D80}" dt="2022-11-05T12:46:03.079" v="16" actId="207"/>
          <ac:spMkLst>
            <pc:docMk/>
            <pc:sldMk cId="3869677343" sldId="257"/>
            <ac:spMk id="4" creationId="{73096A0E-487C-8A2D-058D-59A182B23714}"/>
          </ac:spMkLst>
        </pc:spChg>
        <pc:spChg chg="del topLvl">
          <ac:chgData name="Daryanto, Ahmad" userId="61940c2a-8427-4576-9f17-0c8fab086415" providerId="ADAL" clId="{454A10BE-C021-F04C-8006-266134D92D80}" dt="2022-11-05T12:41:46.556" v="4" actId="478"/>
          <ac:spMkLst>
            <pc:docMk/>
            <pc:sldMk cId="3869677343" sldId="257"/>
            <ac:spMk id="4" creationId="{F3EC5F48-A8F1-BB37-52B9-C17D6D65C869}"/>
          </ac:spMkLst>
        </pc:spChg>
        <pc:spChg chg="mod topLvl">
          <ac:chgData name="Daryanto, Ahmad" userId="61940c2a-8427-4576-9f17-0c8fab086415" providerId="ADAL" clId="{454A10BE-C021-F04C-8006-266134D92D80}" dt="2022-11-05T12:43:04.223" v="8" actId="207"/>
          <ac:spMkLst>
            <pc:docMk/>
            <pc:sldMk cId="3869677343" sldId="257"/>
            <ac:spMk id="5" creationId="{BB78DC23-7FAB-DE5D-237A-7A78532961AB}"/>
          </ac:spMkLst>
        </pc:spChg>
        <pc:spChg chg="add mod">
          <ac:chgData name="Daryanto, Ahmad" userId="61940c2a-8427-4576-9f17-0c8fab086415" providerId="ADAL" clId="{454A10BE-C021-F04C-8006-266134D92D80}" dt="2022-11-05T12:46:15.824" v="19" actId="207"/>
          <ac:spMkLst>
            <pc:docMk/>
            <pc:sldMk cId="3869677343" sldId="257"/>
            <ac:spMk id="6" creationId="{BCD15FBC-EC5C-565D-1139-4846A036AD70}"/>
          </ac:spMkLst>
        </pc:spChg>
        <pc:spChg chg="add mod">
          <ac:chgData name="Daryanto, Ahmad" userId="61940c2a-8427-4576-9f17-0c8fab086415" providerId="ADAL" clId="{454A10BE-C021-F04C-8006-266134D92D80}" dt="2022-11-05T12:48:58.597" v="45" actId="1076"/>
          <ac:spMkLst>
            <pc:docMk/>
            <pc:sldMk cId="3869677343" sldId="257"/>
            <ac:spMk id="7" creationId="{EA0FFEE8-BAE5-EDFD-0BAE-ACEED8E5DE62}"/>
          </ac:spMkLst>
        </pc:spChg>
        <pc:spChg chg="add del mod">
          <ac:chgData name="Daryanto, Ahmad" userId="61940c2a-8427-4576-9f17-0c8fab086415" providerId="ADAL" clId="{454A10BE-C021-F04C-8006-266134D92D80}" dt="2022-11-05T12:46:35.748" v="30" actId="478"/>
          <ac:spMkLst>
            <pc:docMk/>
            <pc:sldMk cId="3869677343" sldId="257"/>
            <ac:spMk id="8" creationId="{AB30D067-565B-D662-E420-D8AF26E8D17F}"/>
          </ac:spMkLst>
        </pc:spChg>
        <pc:grpChg chg="del">
          <ac:chgData name="Daryanto, Ahmad" userId="61940c2a-8427-4576-9f17-0c8fab086415" providerId="ADAL" clId="{454A10BE-C021-F04C-8006-266134D92D80}" dt="2022-11-05T12:41:46.556" v="4" actId="478"/>
          <ac:grpSpMkLst>
            <pc:docMk/>
            <pc:sldMk cId="3869677343" sldId="257"/>
            <ac:grpSpMk id="6" creationId="{13AD0A83-5E6B-9F76-272F-0D604D87DAA3}"/>
          </ac:grpSpMkLst>
        </pc:grpChg>
        <pc:grpChg chg="add mod">
          <ac:chgData name="Daryanto, Ahmad" userId="61940c2a-8427-4576-9f17-0c8fab086415" providerId="ADAL" clId="{454A10BE-C021-F04C-8006-266134D92D80}" dt="2022-11-05T12:47:33.513" v="42" actId="14100"/>
          <ac:grpSpMkLst>
            <pc:docMk/>
            <pc:sldMk cId="3869677343" sldId="257"/>
            <ac:grpSpMk id="9" creationId="{449A0B94-8269-D88C-E50C-61A9CE43BF41}"/>
          </ac:grpSpMkLst>
        </pc:grpChg>
        <pc:grpChg chg="add">
          <ac:chgData name="Daryanto, Ahmad" userId="61940c2a-8427-4576-9f17-0c8fab086415" providerId="ADAL" clId="{454A10BE-C021-F04C-8006-266134D92D80}" dt="2022-11-05T12:47:59.534" v="44" actId="164"/>
          <ac:grpSpMkLst>
            <pc:docMk/>
            <pc:sldMk cId="3869677343" sldId="257"/>
            <ac:grpSpMk id="10" creationId="{D44510EE-1026-BD99-DA37-3AAEB1FBB98A}"/>
          </ac:grpSpMkLst>
        </pc:grpChg>
      </pc:sldChg>
      <pc:sldChg chg="addSp delSp modSp mod">
        <pc:chgData name="Daryanto, Ahmad" userId="61940c2a-8427-4576-9f17-0c8fab086415" providerId="ADAL" clId="{454A10BE-C021-F04C-8006-266134D92D80}" dt="2022-11-11T09:00:28.384" v="60" actId="478"/>
        <pc:sldMkLst>
          <pc:docMk/>
          <pc:sldMk cId="3729044054" sldId="258"/>
        </pc:sldMkLst>
        <pc:grpChg chg="mod">
          <ac:chgData name="Daryanto, Ahmad" userId="61940c2a-8427-4576-9f17-0c8fab086415" providerId="ADAL" clId="{454A10BE-C021-F04C-8006-266134D92D80}" dt="2022-11-11T09:00:14.899" v="57" actId="1076"/>
          <ac:grpSpMkLst>
            <pc:docMk/>
            <pc:sldMk cId="3729044054" sldId="258"/>
            <ac:grpSpMk id="12" creationId="{C42AEB62-7212-E0CC-1D82-910425582F60}"/>
          </ac:grpSpMkLst>
        </pc:grpChg>
        <pc:picChg chg="add del mod">
          <ac:chgData name="Daryanto, Ahmad" userId="61940c2a-8427-4576-9f17-0c8fab086415" providerId="ADAL" clId="{454A10BE-C021-F04C-8006-266134D92D80}" dt="2022-11-11T09:00:28.384" v="60" actId="478"/>
          <ac:picMkLst>
            <pc:docMk/>
            <pc:sldMk cId="3729044054" sldId="258"/>
            <ac:picMk id="1026" creationId="{C0BA1968-77F0-49A8-96E5-D5B4C2291556}"/>
          </ac:picMkLst>
        </pc:picChg>
      </pc:sldChg>
      <pc:sldChg chg="addSp modSp new mod">
        <pc:chgData name="Daryanto, Ahmad" userId="61940c2a-8427-4576-9f17-0c8fab086415" providerId="ADAL" clId="{454A10BE-C021-F04C-8006-266134D92D80}" dt="2022-11-10T09:09:50.706" v="53" actId="1076"/>
        <pc:sldMkLst>
          <pc:docMk/>
          <pc:sldMk cId="1045716434" sldId="259"/>
        </pc:sldMkLst>
        <pc:grpChg chg="add mod">
          <ac:chgData name="Daryanto, Ahmad" userId="61940c2a-8427-4576-9f17-0c8fab086415" providerId="ADAL" clId="{454A10BE-C021-F04C-8006-266134D92D80}" dt="2022-11-10T09:09:50.706" v="53" actId="1076"/>
          <ac:grpSpMkLst>
            <pc:docMk/>
            <pc:sldMk cId="1045716434" sldId="259"/>
            <ac:grpSpMk id="4" creationId="{07EF7E43-D33A-6CA4-E694-96811D808F26}"/>
          </ac:grpSpMkLst>
        </pc:grpChg>
        <pc:picChg chg="add mod">
          <ac:chgData name="Daryanto, Ahmad" userId="61940c2a-8427-4576-9f17-0c8fab086415" providerId="ADAL" clId="{454A10BE-C021-F04C-8006-266134D92D80}" dt="2022-11-10T09:09:09.807" v="48" actId="14100"/>
          <ac:picMkLst>
            <pc:docMk/>
            <pc:sldMk cId="1045716434" sldId="259"/>
            <ac:picMk id="2" creationId="{2F7EDFA2-6B54-068B-8AF7-720D1FB3F82B}"/>
          </ac:picMkLst>
        </pc:picChg>
        <pc:picChg chg="add mod">
          <ac:chgData name="Daryanto, Ahmad" userId="61940c2a-8427-4576-9f17-0c8fab086415" providerId="ADAL" clId="{454A10BE-C021-F04C-8006-266134D92D80}" dt="2022-11-10T09:09:33.410" v="51" actId="14100"/>
          <ac:picMkLst>
            <pc:docMk/>
            <pc:sldMk cId="1045716434" sldId="259"/>
            <ac:picMk id="3" creationId="{B9089978-522F-69C7-B5F5-EC30BCC80260}"/>
          </ac:picMkLst>
        </pc:picChg>
      </pc:sldChg>
      <pc:sldChg chg="addSp delSp modSp add mod">
        <pc:chgData name="Daryanto, Ahmad" userId="61940c2a-8427-4576-9f17-0c8fab086415" providerId="ADAL" clId="{454A10BE-C021-F04C-8006-266134D92D80}" dt="2022-11-11T09:00:46.878" v="64" actId="164"/>
        <pc:sldMkLst>
          <pc:docMk/>
          <pc:sldMk cId="1198783652" sldId="260"/>
        </pc:sldMkLst>
        <pc:spChg chg="del">
          <ac:chgData name="Daryanto, Ahmad" userId="61940c2a-8427-4576-9f17-0c8fab086415" providerId="ADAL" clId="{454A10BE-C021-F04C-8006-266134D92D80}" dt="2022-11-11T09:00:38.679" v="63" actId="478"/>
          <ac:spMkLst>
            <pc:docMk/>
            <pc:sldMk cId="1198783652" sldId="260"/>
            <ac:spMk id="2" creationId="{940D8ACC-0FB8-2528-14F9-6BCD566D7970}"/>
          </ac:spMkLst>
        </pc:spChg>
        <pc:grpChg chg="add">
          <ac:chgData name="Daryanto, Ahmad" userId="61940c2a-8427-4576-9f17-0c8fab086415" providerId="ADAL" clId="{454A10BE-C021-F04C-8006-266134D92D80}" dt="2022-11-11T09:00:46.878" v="64" actId="164"/>
          <ac:grpSpMkLst>
            <pc:docMk/>
            <pc:sldMk cId="1198783652" sldId="260"/>
            <ac:grpSpMk id="3" creationId="{6B3D7878-0175-41D7-1D11-C643FD5C7A50}"/>
          </ac:grpSpMkLst>
        </pc:grpChg>
        <pc:picChg chg="mod">
          <ac:chgData name="Daryanto, Ahmad" userId="61940c2a-8427-4576-9f17-0c8fab086415" providerId="ADAL" clId="{454A10BE-C021-F04C-8006-266134D92D80}" dt="2022-11-11T09:00:33.228" v="62" actId="1076"/>
          <ac:picMkLst>
            <pc:docMk/>
            <pc:sldMk cId="1198783652" sldId="260"/>
            <ac:picMk id="1026" creationId="{C0BA1968-77F0-49A8-96E5-D5B4C229155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2947-1795-28D4-67A6-A8A6318D5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23CCE-55F9-820F-145D-A6F2C67E5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FF46-3A9A-1411-0C69-BC4ADCFC8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CB74-4E23-C124-EA69-7357064C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9B39E-1FA6-EF05-C79A-082B924D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7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F2EC-19C8-2B6A-1147-4306DDDC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A07E-238E-E109-FD66-634E23EDA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39AD1-C34B-5621-BE4C-9CE5CB803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68CDC-2DD5-9025-E8AF-53ADA6E9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81CD3-E277-004C-03AF-741B47ED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4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625D-9B90-4E6B-8E4F-946E1520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62B5B-6EA9-105D-42C2-26D4FB596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03EF-E12D-6E6D-4E3C-7C5E435B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5D4CD-1EE9-2294-EEE9-1B4D6BD9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26471-AB35-055A-682E-EDFA4D03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4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A19C3-AD1F-3DC8-33DD-6CB529CD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D79E-2DA7-B8CF-4FED-9EDD741D9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13E52-A1A0-1865-166E-A3A3C28C7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BC9A3-ED9C-FE10-3959-CEBD4798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B83F0-3FA4-32A8-1E98-C74F1A95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00D55-F96D-DDD4-37B7-4BAC6D93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1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4AEA-E6F0-1DDF-25B5-543A9B97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6F7D9-19C5-E621-0E96-F89A7C311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150AE-2291-3CDC-AA47-6775709A4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97ADE-23CA-2C8B-3AFB-9CD9C1A80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B9BC0-8F6E-65E1-19DF-410F26058F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D341E-362F-7690-AB3D-9C6DDA45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1C068-11B3-6F5A-8718-3B2B6CC5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F0FE0-CF92-3CDC-2F8A-820F82EE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13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CECD-089D-595E-8378-5F73C0CC2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0335A-93F3-9628-AE10-53B7628E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5C398-31CA-B8BF-FD5A-74F01539C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6E484-0C4F-7A9D-C6E7-EFF23B1A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4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2EB3A-4302-3BCE-517F-3CDE9D0B3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C38ED-18BE-DF7A-279D-A6D95E2E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ED98C-64F6-8484-F89C-74CBC6001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66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AF7E-B0DD-D120-CBA6-2DF631A5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8F299-D3B7-DB82-BA5A-D09846794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E2088-E43C-BC1F-0998-A42B5415C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BD47D-1809-8471-260F-B3A310D19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A9840-0BE4-11B7-AC1C-85879C3E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FDF3C-F86F-FBB3-E028-594EB530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4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CFD9-35AA-6896-3DFE-BB36BD17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99CE5-1E73-7B15-C6C7-B49D8B2B5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9064D-BB3E-5E95-94D8-EA194A2E9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B03E-44DC-2E23-044F-E4EE06E96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7846B-5CAF-FCAE-E8C7-299202A8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FEF70-3234-3BF4-D9A3-B4262008B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935C-C5A4-7F55-3B10-B6614AA7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F0502-3280-D005-7584-B13D070F1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A8E3A-5AEC-F4A6-D254-BC15C586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2C160-8EBF-6456-65AF-51B673D1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D9D05-CC93-A620-C6DE-B2C89405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9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75A975-A079-7CA8-999B-99F0013E4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B6CAA-C191-A5B8-5F1D-99AC5EA5F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F2F1D-1D46-D049-B7BB-B25B8D1C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C643D-1AD8-1095-72DF-2D156AFF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49328-89A9-BA7B-0077-AB2E7EC7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7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79A41-E35C-77CB-9D84-1A3907D0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E621A-3A19-A3BB-EE5E-EB370EA5D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8652D-EAD2-E782-2826-28ACB7405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8A58-EBBD-6F4C-84C4-349B94FCD322}" type="datetimeFigureOut">
              <a:rPr lang="en-US" smtClean="0"/>
              <a:t>11/11/22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53DB-6AE9-3A07-262E-A2B42BD91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5A9F-52B1-FCAB-3504-5F9DEF2D1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FDF9C-82D7-0445-A4D7-75756A347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8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3AD0A83-5E6B-9F76-272F-0D604D87DAA3}"/>
              </a:ext>
            </a:extLst>
          </p:cNvPr>
          <p:cNvGrpSpPr/>
          <p:nvPr/>
        </p:nvGrpSpPr>
        <p:grpSpPr>
          <a:xfrm>
            <a:off x="5647038" y="2483708"/>
            <a:ext cx="3633621" cy="1161535"/>
            <a:chOff x="5647038" y="2483708"/>
            <a:chExt cx="3633621" cy="116153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3EC5F48-A8F1-BB37-52B9-C17D6D65C869}"/>
                </a:ext>
              </a:extLst>
            </p:cNvPr>
            <p:cNvSpPr/>
            <p:nvPr/>
          </p:nvSpPr>
          <p:spPr>
            <a:xfrm>
              <a:off x="5647038" y="2483708"/>
              <a:ext cx="1248032" cy="116153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508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0" b="1" dirty="0">
                  <a:solidFill>
                    <a:srgbClr val="FF0000"/>
                  </a:solidFill>
                  <a:latin typeface="Chalkduster" panose="03050602040202020205" pitchFamily="66" charset="77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78DC23-7FAB-DE5D-237A-7A78532961AB}"/>
                </a:ext>
              </a:extLst>
            </p:cNvPr>
            <p:cNvSpPr/>
            <p:nvPr/>
          </p:nvSpPr>
          <p:spPr>
            <a:xfrm>
              <a:off x="6895070" y="2648976"/>
              <a:ext cx="2385589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GB" sz="48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pple Chancery" panose="03020702040506060504" pitchFamily="66" charset="-79"/>
                  <a:cs typeface="Apple Chancery" panose="03020702040506060504" pitchFamily="66" charset="-79"/>
                </a:rPr>
                <a:t>umeracy</a:t>
              </a:r>
              <a:endParaRPr lang="en-GB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ple Chancery" panose="03020702040506060504" pitchFamily="66" charset="-79"/>
                <a:cs typeface="Apple Chancery" panose="03020702040506060504" pitchFamily="66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724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78DC23-7FAB-DE5D-237A-7A78532961AB}"/>
              </a:ext>
            </a:extLst>
          </p:cNvPr>
          <p:cNvSpPr/>
          <p:nvPr/>
        </p:nvSpPr>
        <p:spPr>
          <a:xfrm>
            <a:off x="667405" y="474187"/>
            <a:ext cx="2929007" cy="830997"/>
          </a:xfrm>
          <a:prstGeom prst="rect">
            <a:avLst/>
          </a:prstGeom>
          <a:solidFill>
            <a:srgbClr val="C000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800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ple Chancery" panose="03020702040506060504" pitchFamily="66" charset="-79"/>
                <a:cs typeface="Apple Chancery" panose="03020702040506060504" pitchFamily="66" charset="-79"/>
              </a:rPr>
              <a:t>Numeracy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0D8ACC-0FB8-2528-14F9-6BCD566D7970}"/>
              </a:ext>
            </a:extLst>
          </p:cNvPr>
          <p:cNvSpPr txBox="1"/>
          <p:nvPr/>
        </p:nvSpPr>
        <p:spPr>
          <a:xfrm>
            <a:off x="6623361" y="4088524"/>
            <a:ext cx="1301439" cy="58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2AEB62-7212-E0CC-1D82-910425582F60}"/>
              </a:ext>
            </a:extLst>
          </p:cNvPr>
          <p:cNvGrpSpPr/>
          <p:nvPr/>
        </p:nvGrpSpPr>
        <p:grpSpPr>
          <a:xfrm>
            <a:off x="6996489" y="2372492"/>
            <a:ext cx="4114799" cy="2945565"/>
            <a:chOff x="6996489" y="2372492"/>
            <a:chExt cx="4114799" cy="294556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44510EE-1026-BD99-DA37-3AAEB1FBB98A}"/>
                </a:ext>
              </a:extLst>
            </p:cNvPr>
            <p:cNvGrpSpPr/>
            <p:nvPr/>
          </p:nvGrpSpPr>
          <p:grpSpPr>
            <a:xfrm>
              <a:off x="6996489" y="4420531"/>
              <a:ext cx="4114799" cy="897526"/>
              <a:chOff x="6786425" y="4748945"/>
              <a:chExt cx="4114799" cy="89752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49A0B94-8269-D88C-E50C-61A9CE43BF41}"/>
                  </a:ext>
                </a:extLst>
              </p:cNvPr>
              <p:cNvGrpSpPr/>
              <p:nvPr/>
            </p:nvGrpSpPr>
            <p:grpSpPr>
              <a:xfrm>
                <a:off x="6786425" y="4748945"/>
                <a:ext cx="3024840" cy="830997"/>
                <a:chOff x="6775761" y="4240923"/>
                <a:chExt cx="2602878" cy="588580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3096A0E-487C-8A2D-058D-59A182B23714}"/>
                    </a:ext>
                  </a:extLst>
                </p:cNvPr>
                <p:cNvSpPr txBox="1"/>
                <p:nvPr/>
              </p:nvSpPr>
              <p:spPr>
                <a:xfrm>
                  <a:off x="6775761" y="4240924"/>
                  <a:ext cx="1301439" cy="588579"/>
                </a:xfrm>
                <a:prstGeom prst="rect">
                  <a:avLst/>
                </a:prstGeom>
                <a:solidFill>
                  <a:srgbClr val="C00000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CD15FBC-EC5C-565D-1139-4846A036AD70}"/>
                    </a:ext>
                  </a:extLst>
                </p:cNvPr>
                <p:cNvSpPr txBox="1"/>
                <p:nvPr/>
              </p:nvSpPr>
              <p:spPr>
                <a:xfrm>
                  <a:off x="8077200" y="4240923"/>
                  <a:ext cx="1301439" cy="588579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0FFEE8-BAE5-EDFD-0BAE-ACEED8E5DE62}"/>
                  </a:ext>
                </a:extLst>
              </p:cNvPr>
              <p:cNvSpPr txBox="1"/>
              <p:nvPr/>
            </p:nvSpPr>
            <p:spPr>
              <a:xfrm>
                <a:off x="6872922" y="4815474"/>
                <a:ext cx="402830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ln w="0"/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Numeracy</a:t>
                </a:r>
              </a:p>
            </p:txBody>
          </p:sp>
        </p:grpSp>
        <p:pic>
          <p:nvPicPr>
            <p:cNvPr id="8" name="Picture 7" descr="Logo&#10;&#10;Description automatically generated">
              <a:extLst>
                <a:ext uri="{FF2B5EF4-FFF2-40B4-BE49-F238E27FC236}">
                  <a16:creationId xmlns:a16="http://schemas.microsoft.com/office/drawing/2014/main" id="{AB585442-4024-C95C-6EBD-CBB5A24079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157" t="30215" r="9721" b="30900"/>
            <a:stretch/>
          </p:blipFill>
          <p:spPr>
            <a:xfrm>
              <a:off x="7735713" y="2372492"/>
              <a:ext cx="1719385" cy="2114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967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0D8ACC-0FB8-2528-14F9-6BCD566D7970}"/>
              </a:ext>
            </a:extLst>
          </p:cNvPr>
          <p:cNvSpPr txBox="1"/>
          <p:nvPr/>
        </p:nvSpPr>
        <p:spPr>
          <a:xfrm>
            <a:off x="6623361" y="4088524"/>
            <a:ext cx="1301439" cy="58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2AEB62-7212-E0CC-1D82-910425582F60}"/>
              </a:ext>
            </a:extLst>
          </p:cNvPr>
          <p:cNvGrpSpPr/>
          <p:nvPr/>
        </p:nvGrpSpPr>
        <p:grpSpPr>
          <a:xfrm>
            <a:off x="3429498" y="1907627"/>
            <a:ext cx="4131137" cy="1327018"/>
            <a:chOff x="7012390" y="4107724"/>
            <a:chExt cx="4131137" cy="13270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0FFEE8-BAE5-EDFD-0BAE-ACEED8E5DE62}"/>
                </a:ext>
              </a:extLst>
            </p:cNvPr>
            <p:cNvSpPr txBox="1"/>
            <p:nvPr/>
          </p:nvSpPr>
          <p:spPr>
            <a:xfrm>
              <a:off x="7012390" y="4487060"/>
              <a:ext cx="41311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pple Chancery" panose="03020702040506060504" pitchFamily="66" charset="-79"/>
                  <a:cs typeface="Apple Chancery" panose="03020702040506060504" pitchFamily="66" charset="-79"/>
                </a:rPr>
                <a:t>Numeracy</a:t>
              </a:r>
            </a:p>
          </p:txBody>
        </p:sp>
        <p:pic>
          <p:nvPicPr>
            <p:cNvPr id="8" name="Picture 7" descr="Logo&#10;&#10;Description automatically generated">
              <a:extLst>
                <a:ext uri="{FF2B5EF4-FFF2-40B4-BE49-F238E27FC236}">
                  <a16:creationId xmlns:a16="http://schemas.microsoft.com/office/drawing/2014/main" id="{AB585442-4024-C95C-6EBD-CBB5A24079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8157" t="30215" r="9721" b="30900"/>
            <a:stretch/>
          </p:blipFill>
          <p:spPr>
            <a:xfrm>
              <a:off x="9996617" y="4107724"/>
              <a:ext cx="1079017" cy="1327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9044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B3D7878-0175-41D7-1D11-C643FD5C7A50}"/>
              </a:ext>
            </a:extLst>
          </p:cNvPr>
          <p:cNvGrpSpPr/>
          <p:nvPr/>
        </p:nvGrpSpPr>
        <p:grpSpPr>
          <a:xfrm>
            <a:off x="3429498" y="1907627"/>
            <a:ext cx="4131137" cy="4095871"/>
            <a:chOff x="3429498" y="1907627"/>
            <a:chExt cx="4131137" cy="409587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42AEB62-7212-E0CC-1D82-910425582F60}"/>
                </a:ext>
              </a:extLst>
            </p:cNvPr>
            <p:cNvGrpSpPr/>
            <p:nvPr/>
          </p:nvGrpSpPr>
          <p:grpSpPr>
            <a:xfrm>
              <a:off x="3429498" y="1907627"/>
              <a:ext cx="4131137" cy="1327018"/>
              <a:chOff x="7012390" y="4107724"/>
              <a:chExt cx="4131137" cy="132701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0FFEE8-BAE5-EDFD-0BAE-ACEED8E5DE62}"/>
                  </a:ext>
                </a:extLst>
              </p:cNvPr>
              <p:cNvSpPr txBox="1"/>
              <p:nvPr/>
            </p:nvSpPr>
            <p:spPr>
              <a:xfrm>
                <a:off x="7012390" y="4487060"/>
                <a:ext cx="41311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>
                    <a:ln w="0"/>
                    <a:solidFill>
                      <a:srgbClr val="FF0000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Apple Chancery" panose="03020702040506060504" pitchFamily="66" charset="-79"/>
                    <a:cs typeface="Apple Chancery" panose="03020702040506060504" pitchFamily="66" charset="-79"/>
                  </a:rPr>
                  <a:t>Numeracy</a:t>
                </a:r>
              </a:p>
            </p:txBody>
          </p:sp>
          <p:pic>
            <p:nvPicPr>
              <p:cNvPr id="8" name="Picture 7" descr="Logo&#10;&#10;Description automatically generated">
                <a:extLst>
                  <a:ext uri="{FF2B5EF4-FFF2-40B4-BE49-F238E27FC236}">
                    <a16:creationId xmlns:a16="http://schemas.microsoft.com/office/drawing/2014/main" id="{AB585442-4024-C95C-6EBD-CBB5A240792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8157" t="30215" r="9721" b="30900"/>
              <a:stretch/>
            </p:blipFill>
            <p:spPr>
              <a:xfrm>
                <a:off x="9996617" y="4107724"/>
                <a:ext cx="1079017" cy="1327018"/>
              </a:xfrm>
              <a:prstGeom prst="rect">
                <a:avLst/>
              </a:prstGeom>
            </p:spPr>
          </p:pic>
        </p:grpSp>
        <p:pic>
          <p:nvPicPr>
            <p:cNvPr id="1026" name="Picture 2" descr="Free Stock Photo of Under Construction Sign Shows Partially Insufficient  Construct | Download Free Images and Free Illustrations">
              <a:extLst>
                <a:ext uri="{FF2B5EF4-FFF2-40B4-BE49-F238E27FC236}">
                  <a16:creationId xmlns:a16="http://schemas.microsoft.com/office/drawing/2014/main" id="{C0BA1968-77F0-49A8-96E5-D5B4C2291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5310" y="3350707"/>
              <a:ext cx="3539511" cy="26527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9878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EF7E43-D33A-6CA4-E694-96811D808F26}"/>
              </a:ext>
            </a:extLst>
          </p:cNvPr>
          <p:cNvGrpSpPr/>
          <p:nvPr/>
        </p:nvGrpSpPr>
        <p:grpSpPr>
          <a:xfrm>
            <a:off x="4345609" y="1057361"/>
            <a:ext cx="3500781" cy="4743278"/>
            <a:chOff x="5306668" y="1848022"/>
            <a:chExt cx="3500781" cy="474327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F7EDFA2-6B54-068B-8AF7-720D1FB3F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6668" y="2508422"/>
              <a:ext cx="3500781" cy="408287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089978-522F-69C7-B5F5-EC30BCC80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6668" y="1848022"/>
              <a:ext cx="3500781" cy="66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571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6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Apple Chancery</vt:lpstr>
      <vt:lpstr>Arial</vt:lpstr>
      <vt:lpstr>Calibri</vt:lpstr>
      <vt:lpstr>Calibri Light</vt:lpstr>
      <vt:lpstr>Chalkduster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Daryanto, Ahmad</dc:creator>
  <cp:lastModifiedBy>Daryanto, Ahmad</cp:lastModifiedBy>
  <cp:revision>2</cp:revision>
  <dcterms:created xsi:type="dcterms:W3CDTF">2022-11-05T11:00:53Z</dcterms:created>
  <dcterms:modified xsi:type="dcterms:W3CDTF">2022-11-11T09:00:50Z</dcterms:modified>
</cp:coreProperties>
</file>