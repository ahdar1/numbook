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6E649-D502-9647-9172-E8D6B3D910FF}" v="11" dt="2022-11-11T08:13:25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yanto, Ahmad" userId="61940c2a-8427-4576-9f17-0c8fab086415" providerId="ADAL" clId="{B766E649-D502-9647-9172-E8D6B3D910FF}"/>
    <pc:docChg chg="modSld">
      <pc:chgData name="Daryanto, Ahmad" userId="61940c2a-8427-4576-9f17-0c8fab086415" providerId="ADAL" clId="{B766E649-D502-9647-9172-E8D6B3D910FF}" dt="2022-11-11T09:43:02.613" v="0" actId="6549"/>
      <pc:docMkLst>
        <pc:docMk/>
      </pc:docMkLst>
      <pc:sldChg chg="modSp mod">
        <pc:chgData name="Daryanto, Ahmad" userId="61940c2a-8427-4576-9f17-0c8fab086415" providerId="ADAL" clId="{B766E649-D502-9647-9172-E8D6B3D910FF}" dt="2022-11-11T09:43:02.613" v="0" actId="6549"/>
        <pc:sldMkLst>
          <pc:docMk/>
          <pc:sldMk cId="3440065696" sldId="256"/>
        </pc:sldMkLst>
        <pc:spChg chg="mod">
          <ac:chgData name="Daryanto, Ahmad" userId="61940c2a-8427-4576-9f17-0c8fab086415" providerId="ADAL" clId="{B766E649-D502-9647-9172-E8D6B3D910FF}" dt="2022-11-11T09:43:02.613" v="0" actId="6549"/>
          <ac:spMkLst>
            <pc:docMk/>
            <pc:sldMk cId="3440065696" sldId="256"/>
            <ac:spMk id="36" creationId="{ED54448D-7962-FB6F-68AD-D41A7AA4A1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081A-B590-9CEB-266A-42421D0CB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BFC8C-EBF5-9FBF-4247-612A786F1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C286B-E389-F312-E2EC-5038F60B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BABFD-62B2-3197-D513-CB5E280C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266E5-7135-FB80-B66E-755CB309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9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8569E-39AE-DB1A-680E-AA974A06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34EE4-AD58-3BFA-957E-E13C7C40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0992E-BE4D-6998-E4F0-8D33B5B2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902F-9F03-7537-FB1D-F20EBB8E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0EB4E-9FBA-67F8-0D0A-A154AFB7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71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2B99-CB09-BE21-7810-CD3EE6EE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1020B-B3B0-AB48-B183-A0E542A8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D04C-58BB-6137-9284-09E4EBFA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731CB-9EAA-0E56-9B7C-3E74B433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CC8A5-17E6-245B-E6AE-7CF8B3F2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6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0B7A-73B8-5EA2-0038-1589A2AC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6B8E3-0BED-DEF9-2B9B-A31B3C3CD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38A77-0E83-F0AA-15B8-53F27D830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DD6EB-5161-9F0E-40CE-51638C73F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7763E-3813-7D42-8EB9-1C300EAA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D2A89-45CA-FB33-AA2F-996E2841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7DED-4FFD-46D4-1F9A-317AAA03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79C02-5943-465A-C222-7F2D7EBD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56D05-47AE-7B1D-DD12-1DCB23064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A7D49-7778-3CDC-C4DA-7E001E721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80F4C-9352-C4F3-6DC6-45A0B9234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F7BEF-B62B-9814-CF56-C6047BC6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CFCD4-2CA0-12BD-998E-AAEB39B9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15207-0734-311D-EA79-DB4E8D09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5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50DB-6C7F-B158-328A-2CE90A20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6035A-FB05-C401-C2EE-5F30D822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E4153-8C7A-469E-7111-7A580FB4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A8092-2096-804B-BD8C-26E94164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5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F7A0B-DB37-F2BE-EA29-CF998187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C2CF6-9CBE-83A9-0124-13F2A257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A74F7-341F-3150-47ED-1A65C447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2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B0BF-D87A-0A46-E4EB-3685E664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7DF55-7DD6-29E9-FDC8-C4C2C7412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AB220-CA1E-0C35-AF82-E82EE2859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EF9DB-14BE-4886-1E60-A43EA51D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42C62-7A3E-B08A-C85B-C7A3358B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A4B66-D365-CA88-764A-603B151C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1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89F7-ACD1-753B-8A75-3AEDFC0F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2865F0-939D-DFBE-80CA-EE7F96FB7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17445-12A6-700C-24C7-4E907493B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92BF4-19BA-9663-2C8F-9968D591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D1E92-7950-06C1-4128-D6237457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31A3-09F7-E45C-1E61-DE0EE195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2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733A-6AD1-DCF7-3B86-DE6A6678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09740-B040-A374-45BF-3E9F34E8A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4176F-30E6-20CA-6808-2BEE0E26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B5AD-D9CC-0D16-BC8A-8CCF3C0A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03A37-D680-9937-5151-1E752950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16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C8C02-DAA7-C3B9-CBAA-DD4D3EC3F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1486A-4681-5D4F-2A5F-7AE408DD9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4BE8B-543A-6919-4398-F82B59AD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806B-2B33-B141-4D71-20EB08EA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8744D-1C1D-FF03-264B-1449A141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459EE-2410-78FC-8223-AB1AAB3F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75216-60D3-53D9-AA12-1FA6F9D6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0C66D-7E56-652A-7495-DB6CBB3AF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A545A-9597-A849-ABDC-1BE79BC23987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43547-EBB2-5972-C35F-BE1FC8B62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7B515-8722-3413-F963-A464814A7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E7FB8-04B3-BE41-BEEF-2F0ECAF9F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8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2C2D32DB-8E0D-455F-CAA3-AFC6A0D7BAA2}"/>
              </a:ext>
            </a:extLst>
          </p:cNvPr>
          <p:cNvGrpSpPr/>
          <p:nvPr/>
        </p:nvGrpSpPr>
        <p:grpSpPr>
          <a:xfrm>
            <a:off x="1073722" y="1301405"/>
            <a:ext cx="7637013" cy="4443117"/>
            <a:chOff x="1073722" y="1301405"/>
            <a:chExt cx="7637013" cy="444311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17DD9D-22DD-C677-29AF-2A8A1B975227}"/>
                </a:ext>
              </a:extLst>
            </p:cNvPr>
            <p:cNvCxnSpPr>
              <a:cxnSpLocks/>
            </p:cNvCxnSpPr>
            <p:nvPr/>
          </p:nvCxnSpPr>
          <p:spPr>
            <a:xfrm>
              <a:off x="2854409" y="1532238"/>
              <a:ext cx="2" cy="37255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2C011B8-25E0-B9FD-B0E4-E874A03C63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11" y="5257800"/>
              <a:ext cx="56593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1ED54D5-2939-99D1-098A-329199D45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10" y="2313288"/>
              <a:ext cx="2737260" cy="2944512"/>
            </a:xfrm>
            <a:prstGeom prst="line">
              <a:avLst/>
            </a:prstGeom>
            <a:ln w="444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5C44C0-9897-A767-1090-FDE0BB63051A}"/>
                </a:ext>
              </a:extLst>
            </p:cNvPr>
            <p:cNvSpPr txBox="1"/>
            <p:nvPr/>
          </p:nvSpPr>
          <p:spPr>
            <a:xfrm>
              <a:off x="2396519" y="130140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£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52ECAD-B117-9280-DC71-6B1189C8EB00}"/>
                </a:ext>
              </a:extLst>
            </p:cNvPr>
            <p:cNvSpPr txBox="1"/>
            <p:nvPr/>
          </p:nvSpPr>
          <p:spPr>
            <a:xfrm>
              <a:off x="7268224" y="5375190"/>
              <a:ext cx="14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Quantity sold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AC2309-E9C9-1004-DBE5-72B4663321A2}"/>
                </a:ext>
              </a:extLst>
            </p:cNvPr>
            <p:cNvSpPr txBox="1"/>
            <p:nvPr/>
          </p:nvSpPr>
          <p:spPr>
            <a:xfrm>
              <a:off x="5345794" y="1902765"/>
              <a:ext cx="1500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Revenue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CFC008-58E1-F6DE-0D69-3F224294BA50}"/>
                </a:ext>
              </a:extLst>
            </p:cNvPr>
            <p:cNvSpPr txBox="1"/>
            <p:nvPr/>
          </p:nvSpPr>
          <p:spPr>
            <a:xfrm>
              <a:off x="1073722" y="4695524"/>
              <a:ext cx="11086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Fixed cost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69FD3F2-5550-04E8-764C-2523FA45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09" y="2950949"/>
              <a:ext cx="4304833" cy="1551631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914B3F-061B-89FB-7353-E769C52CB75C}"/>
                </a:ext>
              </a:extLst>
            </p:cNvPr>
            <p:cNvSpPr txBox="1"/>
            <p:nvPr/>
          </p:nvSpPr>
          <p:spPr>
            <a:xfrm>
              <a:off x="7268224" y="2581617"/>
              <a:ext cx="1070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cost</a:t>
              </a:r>
            </a:p>
          </p:txBody>
        </p:sp>
        <p:sp>
          <p:nvSpPr>
            <p:cNvPr id="31" name="Left Brace 30">
              <a:extLst>
                <a:ext uri="{FF2B5EF4-FFF2-40B4-BE49-F238E27FC236}">
                  <a16:creationId xmlns:a16="http://schemas.microsoft.com/office/drawing/2014/main" id="{03B70E84-C4EA-DD3B-AF7F-05628A0A6171}"/>
                </a:ext>
              </a:extLst>
            </p:cNvPr>
            <p:cNvSpPr/>
            <p:nvPr/>
          </p:nvSpPr>
          <p:spPr>
            <a:xfrm>
              <a:off x="2241225" y="4502580"/>
              <a:ext cx="325373" cy="75522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7AAED5E-318A-7DAB-7165-022ED1926833}"/>
                </a:ext>
              </a:extLst>
            </p:cNvPr>
            <p:cNvSpPr/>
            <p:nvPr/>
          </p:nvSpPr>
          <p:spPr>
            <a:xfrm>
              <a:off x="3785848" y="4011316"/>
              <a:ext cx="209503" cy="2347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FF25217-69C0-8817-40BD-8EDCB02C7D4E}"/>
                </a:ext>
              </a:extLst>
            </p:cNvPr>
            <p:cNvCxnSpPr/>
            <p:nvPr/>
          </p:nvCxnSpPr>
          <p:spPr>
            <a:xfrm>
              <a:off x="3890599" y="4349578"/>
              <a:ext cx="0" cy="90822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D54448D-7962-FB6F-68AD-D41A7AA4A10F}"/>
                </a:ext>
              </a:extLst>
            </p:cNvPr>
            <p:cNvSpPr txBox="1"/>
            <p:nvPr/>
          </p:nvSpPr>
          <p:spPr>
            <a:xfrm>
              <a:off x="3094052" y="5375190"/>
              <a:ext cx="1778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Break-even point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06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7B31ED-C3CE-701B-43DC-F723AF7A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6273"/>
            <a:ext cx="7772400" cy="438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6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</dc:title>
  <dc:creator>Daryanto, Ahmad</dc:creator>
  <cp:lastModifiedBy>Daryanto, Ahmad</cp:lastModifiedBy>
  <cp:revision>1</cp:revision>
  <dcterms:created xsi:type="dcterms:W3CDTF">2022-11-11T07:15:11Z</dcterms:created>
  <dcterms:modified xsi:type="dcterms:W3CDTF">2022-11-11T09:43:06Z</dcterms:modified>
</cp:coreProperties>
</file>