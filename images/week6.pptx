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57D4E-734B-4145-90CF-97CF2427D018}" v="13" dt="2022-11-28T15:10:37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03"/>
  </p:normalViewPr>
  <p:slideViewPr>
    <p:cSldViewPr snapToGrid="0">
      <p:cViewPr varScale="1">
        <p:scale>
          <a:sx n="101" d="100"/>
          <a:sy n="101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064D-B6C9-2F14-3C7D-D2989BB5D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ADEE5-CAA9-7FAF-33FA-F97CDD32E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33711-CBD9-64DE-A2AB-EC4FE680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A51C6-579D-F829-51A4-FBDC3AE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15412-F28E-47EC-0084-BFCD3995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3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E50A-F119-76E7-D3AA-A6A03536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78B6B-319D-61E2-BB20-DF92A1514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5E8EE-32C4-8751-9676-EAF4BCB0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DB7D-EDF7-8986-63AE-A12DE056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62F4A-8127-E9A2-C745-0870C0FC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1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238F-7A32-53E8-8434-AB7DEED2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F8965-68B5-CA7D-D605-EE6FBE5E8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91C74-1ECE-866E-BE02-67934413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439B-483F-AA24-13FA-77C7664E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A37B-2F6A-A3F7-54DE-582EFA0B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5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7C75-8040-2AB9-33B7-93298B41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72D9-2F2B-C31E-903C-15463B674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FC4F1-D86E-963F-A686-6320C1ABB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43A38-A15A-DBD3-71C8-94575BD4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6042F-B723-C66C-98AB-D93702ED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CB9AA-D394-E55E-14A7-2F8C3B91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8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FD1B-D163-137A-8226-549F1B88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1210A-4624-40CC-BB0F-69259173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8D3A-1BAA-A633-1456-3A8E4219A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7B2C7-1C72-7589-1A2A-C3F7B4DCC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04876-C837-161F-6E58-9A50E6CFA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2C17A-7866-A4C0-5CFA-1BB763F1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96285-3A52-E79F-51D6-78B819DB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406B8-4070-9491-85B5-DC53D14F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5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07B2-9A03-EA35-E5FB-B9294C38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145F5-881F-A79D-15D7-C865D36F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59176-CBA8-8DDB-514C-BD36A8B9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D80ED-F507-6BAC-31E6-63A916C9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6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DEFF7-9BDB-398B-3FAC-B882F49D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21E02-70AD-09C2-CD46-7C384B87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E220-E3CE-BC12-1E6F-A1E80BF2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02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1975-C3B8-CB3D-9DE2-CF056DF2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7915-EE8A-619D-13B1-5454C18D8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D499B-6B65-A05B-D20B-5B45D5065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96AC4-2EA5-85E8-0DBD-60FA549F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54FA2-BF13-4751-D0A4-52100CF0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71D3F-67F1-258F-FCC6-F28C2E1A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5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DAE0-8145-387C-3833-CA9838CC6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1EBEB-0560-AB39-2858-61D3BB656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58F35-0B74-22DE-7183-017A16FAC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AB1F-1FCB-9FD3-8A73-C6044DEF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B6970-ACC2-5492-A31D-E56959AF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9845F-A316-460F-E0A6-0AF2DEF0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A681-7244-A5F4-475B-B2758ADA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82254-8924-ACC2-0BEF-43B83576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8613E-F280-2126-D6AF-13157183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69AB-E1F3-7819-2700-ED2BBA19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FD044-4FFB-3D10-F0CE-CAA6FC2A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58BA3-EEEE-F45C-E782-7DA4305EB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2D11-98AA-51F3-8D17-BCE5D4B1C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08B6-9059-D5F6-97EE-60583144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2FB5A-35AA-FBC7-C3D4-6B1A6948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C4EC0-4A62-8710-CD39-3815FCBD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6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0A014-EC80-89B1-21B1-72A08F1F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132B3-16FF-68B3-BEA9-9D93E3CF9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F8C4-7C18-E56D-D414-0B3911A59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255B4-07DB-BA4A-A500-66E4779093C9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5B02C-2866-61C4-2914-F52968317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4963C-FEBA-FB10-D9F0-A14192D96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CBB0C-9B08-5745-8D1E-EDDC0584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6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0550393-9B46-AC6E-BD1A-469AF897FEA7}"/>
              </a:ext>
            </a:extLst>
          </p:cNvPr>
          <p:cNvGrpSpPr/>
          <p:nvPr/>
        </p:nvGrpSpPr>
        <p:grpSpPr>
          <a:xfrm>
            <a:off x="2261143" y="2193324"/>
            <a:ext cx="7257334" cy="3337529"/>
            <a:chOff x="2261143" y="2193324"/>
            <a:chExt cx="7257334" cy="333752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44ED1-B68A-B845-57C5-BFDF35EC0DAE}"/>
                </a:ext>
              </a:extLst>
            </p:cNvPr>
            <p:cNvSpPr txBox="1"/>
            <p:nvPr/>
          </p:nvSpPr>
          <p:spPr>
            <a:xfrm>
              <a:off x="2384760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1E0C90-3F29-3CFA-3006-3AD8CE6AD7F7}"/>
                </a:ext>
              </a:extLst>
            </p:cNvPr>
            <p:cNvSpPr txBox="1"/>
            <p:nvPr/>
          </p:nvSpPr>
          <p:spPr>
            <a:xfrm>
              <a:off x="3512118" y="3610582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AC2B72-F76A-16BE-0B6F-0493A7A88682}"/>
                </a:ext>
              </a:extLst>
            </p:cNvPr>
            <p:cNvSpPr txBox="1"/>
            <p:nvPr/>
          </p:nvSpPr>
          <p:spPr>
            <a:xfrm>
              <a:off x="4086314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525238-DD0C-67A9-CFB5-F8EEB86B0186}"/>
                </a:ext>
              </a:extLst>
            </p:cNvPr>
            <p:cNvSpPr txBox="1"/>
            <p:nvPr/>
          </p:nvSpPr>
          <p:spPr>
            <a:xfrm>
              <a:off x="4660510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9D0A74-319C-9861-8760-F69796C2931D}"/>
                </a:ext>
              </a:extLst>
            </p:cNvPr>
            <p:cNvSpPr txBox="1"/>
            <p:nvPr/>
          </p:nvSpPr>
          <p:spPr>
            <a:xfrm>
              <a:off x="5234706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7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C3D9A6-9319-328F-3D34-E9BB4719A5F6}"/>
                </a:ext>
              </a:extLst>
            </p:cNvPr>
            <p:cNvSpPr txBox="1"/>
            <p:nvPr/>
          </p:nvSpPr>
          <p:spPr>
            <a:xfrm>
              <a:off x="5808902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8E94E0-2F1C-A078-40B1-56A9DBA4A225}"/>
                </a:ext>
              </a:extLst>
            </p:cNvPr>
            <p:cNvSpPr txBox="1"/>
            <p:nvPr/>
          </p:nvSpPr>
          <p:spPr>
            <a:xfrm>
              <a:off x="2948439" y="3608173"/>
              <a:ext cx="3786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.</a:t>
              </a:r>
            </a:p>
          </p:txBody>
        </p:sp>
        <p:sp>
          <p:nvSpPr>
            <p:cNvPr id="16" name="Line Callout 1 (Border and Accent Bar) 15">
              <a:extLst>
                <a:ext uri="{FF2B5EF4-FFF2-40B4-BE49-F238E27FC236}">
                  <a16:creationId xmlns:a16="http://schemas.microsoft.com/office/drawing/2014/main" id="{805AA452-FAB0-6953-8200-84087507B44A}"/>
                </a:ext>
              </a:extLst>
            </p:cNvPr>
            <p:cNvSpPr/>
            <p:nvPr/>
          </p:nvSpPr>
          <p:spPr>
            <a:xfrm>
              <a:off x="4086314" y="4875945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-66326"/>
                <a:gd name="adj4" fmla="val 84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</a:t>
              </a:r>
              <a:r>
                <a:rPr lang="en-US" sz="1600" baseline="30000" dirty="0"/>
                <a:t>st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7" name="Line Callout 1 (Border and Accent Bar) 16">
              <a:extLst>
                <a:ext uri="{FF2B5EF4-FFF2-40B4-BE49-F238E27FC236}">
                  <a16:creationId xmlns:a16="http://schemas.microsoft.com/office/drawing/2014/main" id="{D457A501-E58F-C6F8-CF57-FC1D83A36735}"/>
                </a:ext>
              </a:extLst>
            </p:cNvPr>
            <p:cNvSpPr/>
            <p:nvPr/>
          </p:nvSpPr>
          <p:spPr>
            <a:xfrm>
              <a:off x="5455948" y="2193324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218580"/>
                <a:gd name="adj4" fmla="val -2756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  <a:r>
                <a:rPr lang="en-US" sz="1600" baseline="30000" dirty="0"/>
                <a:t>nd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8" name="Line Callout 1 (Border and Accent Bar) 17">
              <a:extLst>
                <a:ext uri="{FF2B5EF4-FFF2-40B4-BE49-F238E27FC236}">
                  <a16:creationId xmlns:a16="http://schemas.microsoft.com/office/drawing/2014/main" id="{23AD0101-89F4-153B-D829-FC2D36C67B8B}"/>
                </a:ext>
              </a:extLst>
            </p:cNvPr>
            <p:cNvSpPr/>
            <p:nvPr/>
          </p:nvSpPr>
          <p:spPr>
            <a:xfrm>
              <a:off x="6258793" y="3028610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97825"/>
                <a:gd name="adj4" fmla="val -309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  <a:r>
                <a:rPr lang="en-US" sz="1600" baseline="30000" dirty="0"/>
                <a:t>rd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9" name="Line Callout 1 (Border and Accent Bar) 18">
              <a:extLst>
                <a:ext uri="{FF2B5EF4-FFF2-40B4-BE49-F238E27FC236}">
                  <a16:creationId xmlns:a16="http://schemas.microsoft.com/office/drawing/2014/main" id="{B34F96F1-C160-C3DC-1ABD-CF510EE6EC04}"/>
                </a:ext>
              </a:extLst>
            </p:cNvPr>
            <p:cNvSpPr/>
            <p:nvPr/>
          </p:nvSpPr>
          <p:spPr>
            <a:xfrm>
              <a:off x="7664177" y="3862691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48768"/>
                <a:gd name="adj4" fmla="val -6955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  <a:r>
                <a:rPr lang="en-US" sz="1600" baseline="30000" dirty="0"/>
                <a:t>th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8E2E103A-3740-66C4-EBA9-67FAD98234DA}"/>
                </a:ext>
              </a:extLst>
            </p:cNvPr>
            <p:cNvSpPr/>
            <p:nvPr/>
          </p:nvSpPr>
          <p:spPr>
            <a:xfrm rot="16200000">
              <a:off x="3086406" y="3012168"/>
              <a:ext cx="216485" cy="112621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ine Callout 1 (Accent Bar) 21">
              <a:extLst>
                <a:ext uri="{FF2B5EF4-FFF2-40B4-BE49-F238E27FC236}">
                  <a16:creationId xmlns:a16="http://schemas.microsoft.com/office/drawing/2014/main" id="{D8F8283E-CE06-A326-138B-8CC874A36D4B}"/>
                </a:ext>
              </a:extLst>
            </p:cNvPr>
            <p:cNvSpPr/>
            <p:nvPr/>
          </p:nvSpPr>
          <p:spPr>
            <a:xfrm>
              <a:off x="2261143" y="2415022"/>
              <a:ext cx="1289929" cy="747584"/>
            </a:xfrm>
            <a:prstGeom prst="accentCallout1">
              <a:avLst>
                <a:gd name="adj1" fmla="val 98594"/>
                <a:gd name="adj2" fmla="val 105874"/>
                <a:gd name="adj3" fmla="val 141793"/>
                <a:gd name="adj4" fmla="val 7188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Not significant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55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0550393-9B46-AC6E-BD1A-469AF897FEA7}"/>
              </a:ext>
            </a:extLst>
          </p:cNvPr>
          <p:cNvGrpSpPr/>
          <p:nvPr/>
        </p:nvGrpSpPr>
        <p:grpSpPr>
          <a:xfrm>
            <a:off x="2904044" y="2231424"/>
            <a:ext cx="5407933" cy="3324829"/>
            <a:chOff x="2904044" y="2231424"/>
            <a:chExt cx="5407933" cy="332482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44ED1-B68A-B845-57C5-BFDF35EC0DAE}"/>
                </a:ext>
              </a:extLst>
            </p:cNvPr>
            <p:cNvSpPr txBox="1"/>
            <p:nvPr/>
          </p:nvSpPr>
          <p:spPr>
            <a:xfrm>
              <a:off x="2904044" y="3608172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6000"/>
              </a:lvl1pPr>
            </a:lstStyle>
            <a:p>
              <a:r>
                <a:rPr lang="en-US" dirty="0"/>
                <a:t>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1E0C90-3F29-3CFA-3006-3AD8CE6AD7F7}"/>
                </a:ext>
              </a:extLst>
            </p:cNvPr>
            <p:cNvSpPr txBox="1"/>
            <p:nvPr/>
          </p:nvSpPr>
          <p:spPr>
            <a:xfrm>
              <a:off x="3512118" y="3610582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AC2B72-F76A-16BE-0B6F-0493A7A88682}"/>
                </a:ext>
              </a:extLst>
            </p:cNvPr>
            <p:cNvSpPr txBox="1"/>
            <p:nvPr/>
          </p:nvSpPr>
          <p:spPr>
            <a:xfrm>
              <a:off x="4086314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525238-DD0C-67A9-CFB5-F8EEB86B0186}"/>
                </a:ext>
              </a:extLst>
            </p:cNvPr>
            <p:cNvSpPr txBox="1"/>
            <p:nvPr/>
          </p:nvSpPr>
          <p:spPr>
            <a:xfrm>
              <a:off x="4660510" y="3608173"/>
              <a:ext cx="57419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0</a:t>
              </a:r>
            </a:p>
          </p:txBody>
        </p:sp>
        <p:sp>
          <p:nvSpPr>
            <p:cNvPr id="16" name="Line Callout 1 (Border and Accent Bar) 15">
              <a:extLst>
                <a:ext uri="{FF2B5EF4-FFF2-40B4-BE49-F238E27FC236}">
                  <a16:creationId xmlns:a16="http://schemas.microsoft.com/office/drawing/2014/main" id="{805AA452-FAB0-6953-8200-84087507B44A}"/>
                </a:ext>
              </a:extLst>
            </p:cNvPr>
            <p:cNvSpPr/>
            <p:nvPr/>
          </p:nvSpPr>
          <p:spPr>
            <a:xfrm>
              <a:off x="3027452" y="4901345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-66326"/>
                <a:gd name="adj4" fmla="val 84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</a:t>
              </a:r>
              <a:r>
                <a:rPr lang="en-US" sz="1600" baseline="30000" dirty="0"/>
                <a:t>st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7" name="Line Callout 1 (Border and Accent Bar) 16">
              <a:extLst>
                <a:ext uri="{FF2B5EF4-FFF2-40B4-BE49-F238E27FC236}">
                  <a16:creationId xmlns:a16="http://schemas.microsoft.com/office/drawing/2014/main" id="{D457A501-E58F-C6F8-CF57-FC1D83A36735}"/>
                </a:ext>
              </a:extLst>
            </p:cNvPr>
            <p:cNvSpPr/>
            <p:nvPr/>
          </p:nvSpPr>
          <p:spPr>
            <a:xfrm>
              <a:off x="4272102" y="2231424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218580"/>
                <a:gd name="adj4" fmla="val -2756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  <a:r>
                <a:rPr lang="en-US" sz="1600" baseline="30000" dirty="0"/>
                <a:t>nd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8" name="Line Callout 1 (Border and Accent Bar) 17">
              <a:extLst>
                <a:ext uri="{FF2B5EF4-FFF2-40B4-BE49-F238E27FC236}">
                  <a16:creationId xmlns:a16="http://schemas.microsoft.com/office/drawing/2014/main" id="{23AD0101-89F4-153B-D829-FC2D36C67B8B}"/>
                </a:ext>
              </a:extLst>
            </p:cNvPr>
            <p:cNvSpPr/>
            <p:nvPr/>
          </p:nvSpPr>
          <p:spPr>
            <a:xfrm>
              <a:off x="4881752" y="3101546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97825"/>
                <a:gd name="adj4" fmla="val -309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  <a:r>
                <a:rPr lang="en-US" sz="1600" baseline="30000" dirty="0"/>
                <a:t>rd</a:t>
              </a:r>
              <a:r>
                <a:rPr lang="en-US" sz="1600" dirty="0"/>
                <a:t> significant digit</a:t>
              </a:r>
            </a:p>
          </p:txBody>
        </p:sp>
        <p:sp>
          <p:nvSpPr>
            <p:cNvPr id="19" name="Line Callout 1 (Border and Accent Bar) 18">
              <a:extLst>
                <a:ext uri="{FF2B5EF4-FFF2-40B4-BE49-F238E27FC236}">
                  <a16:creationId xmlns:a16="http://schemas.microsoft.com/office/drawing/2014/main" id="{B34F96F1-C160-C3DC-1ABD-CF510EE6EC04}"/>
                </a:ext>
              </a:extLst>
            </p:cNvPr>
            <p:cNvSpPr/>
            <p:nvPr/>
          </p:nvSpPr>
          <p:spPr>
            <a:xfrm>
              <a:off x="6457677" y="3971668"/>
              <a:ext cx="1854300" cy="654908"/>
            </a:xfrm>
            <a:prstGeom prst="accentBorderCallout1">
              <a:avLst>
                <a:gd name="adj1" fmla="val 18750"/>
                <a:gd name="adj2" fmla="val -8333"/>
                <a:gd name="adj3" fmla="val 48768"/>
                <a:gd name="adj4" fmla="val -6955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  <a:r>
                <a:rPr lang="en-US" sz="1600" baseline="30000" dirty="0"/>
                <a:t>th</a:t>
              </a:r>
              <a:r>
                <a:rPr lang="en-US" sz="1600" dirty="0"/>
                <a:t> significant digit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99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37</Words>
  <Application>Microsoft Macintosh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Daryanto, Ahmad</dc:creator>
  <cp:lastModifiedBy>Daryanto, Ahmad</cp:lastModifiedBy>
  <cp:revision>2</cp:revision>
  <dcterms:created xsi:type="dcterms:W3CDTF">2022-11-28T14:57:43Z</dcterms:created>
  <dcterms:modified xsi:type="dcterms:W3CDTF">2022-11-28T18:13:12Z</dcterms:modified>
</cp:coreProperties>
</file>