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54A10BE-C021-F04C-8006-266134D92D80}" v="2" dt="2022-11-05T11:08:31.35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 snapToGrid="0">
      <p:cViewPr varScale="1">
        <p:scale>
          <a:sx n="104" d="100"/>
          <a:sy n="104" d="100"/>
        </p:scale>
        <p:origin x="232" y="5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ryanto, Ahmad" userId="61940c2a-8427-4576-9f17-0c8fab086415" providerId="ADAL" clId="{454A10BE-C021-F04C-8006-266134D92D80}"/>
    <pc:docChg chg="undo custSel addSld modSld">
      <pc:chgData name="Daryanto, Ahmad" userId="61940c2a-8427-4576-9f17-0c8fab086415" providerId="ADAL" clId="{454A10BE-C021-F04C-8006-266134D92D80}" dt="2022-11-05T12:43:04.223" v="8" actId="207"/>
      <pc:docMkLst>
        <pc:docMk/>
      </pc:docMkLst>
      <pc:sldChg chg="modSp mod">
        <pc:chgData name="Daryanto, Ahmad" userId="61940c2a-8427-4576-9f17-0c8fab086415" providerId="ADAL" clId="{454A10BE-C021-F04C-8006-266134D92D80}" dt="2022-11-05T12:41:31.198" v="1" actId="20577"/>
        <pc:sldMkLst>
          <pc:docMk/>
          <pc:sldMk cId="1797249142" sldId="256"/>
        </pc:sldMkLst>
        <pc:spChg chg="mod">
          <ac:chgData name="Daryanto, Ahmad" userId="61940c2a-8427-4576-9f17-0c8fab086415" providerId="ADAL" clId="{454A10BE-C021-F04C-8006-266134D92D80}" dt="2022-11-05T12:41:31.198" v="1" actId="20577"/>
          <ac:spMkLst>
            <pc:docMk/>
            <pc:sldMk cId="1797249142" sldId="256"/>
            <ac:spMk id="5" creationId="{BB78DC23-7FAB-DE5D-237A-7A78532961AB}"/>
          </ac:spMkLst>
        </pc:spChg>
      </pc:sldChg>
      <pc:sldChg chg="delSp modSp add mod">
        <pc:chgData name="Daryanto, Ahmad" userId="61940c2a-8427-4576-9f17-0c8fab086415" providerId="ADAL" clId="{454A10BE-C021-F04C-8006-266134D92D80}" dt="2022-11-05T12:43:04.223" v="8" actId="207"/>
        <pc:sldMkLst>
          <pc:docMk/>
          <pc:sldMk cId="3869677343" sldId="257"/>
        </pc:sldMkLst>
        <pc:spChg chg="del topLvl">
          <ac:chgData name="Daryanto, Ahmad" userId="61940c2a-8427-4576-9f17-0c8fab086415" providerId="ADAL" clId="{454A10BE-C021-F04C-8006-266134D92D80}" dt="2022-11-05T12:41:46.556" v="4" actId="478"/>
          <ac:spMkLst>
            <pc:docMk/>
            <pc:sldMk cId="3869677343" sldId="257"/>
            <ac:spMk id="4" creationId="{F3EC5F48-A8F1-BB37-52B9-C17D6D65C869}"/>
          </ac:spMkLst>
        </pc:spChg>
        <pc:spChg chg="mod topLvl">
          <ac:chgData name="Daryanto, Ahmad" userId="61940c2a-8427-4576-9f17-0c8fab086415" providerId="ADAL" clId="{454A10BE-C021-F04C-8006-266134D92D80}" dt="2022-11-05T12:43:04.223" v="8" actId="207"/>
          <ac:spMkLst>
            <pc:docMk/>
            <pc:sldMk cId="3869677343" sldId="257"/>
            <ac:spMk id="5" creationId="{BB78DC23-7FAB-DE5D-237A-7A78532961AB}"/>
          </ac:spMkLst>
        </pc:spChg>
        <pc:grpChg chg="del">
          <ac:chgData name="Daryanto, Ahmad" userId="61940c2a-8427-4576-9f17-0c8fab086415" providerId="ADAL" clId="{454A10BE-C021-F04C-8006-266134D92D80}" dt="2022-11-05T12:41:46.556" v="4" actId="478"/>
          <ac:grpSpMkLst>
            <pc:docMk/>
            <pc:sldMk cId="3869677343" sldId="257"/>
            <ac:grpSpMk id="6" creationId="{13AD0A83-5E6B-9F76-272F-0D604D87DAA3}"/>
          </ac:grpSpMkLst>
        </pc:gr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132947-1795-28D4-67A6-A8A6318D59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B23CCE-55F9-820F-145D-A6F2C67E56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80FF46-3A9A-1411-0C69-BC4ADCFC8C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08A58-EBBD-6F4C-84C4-349B94FCD322}" type="datetimeFigureOut">
              <a:rPr lang="en-US" smtClean="0"/>
              <a:t>11/5/22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B6CB74-4E23-C124-EA69-7357064C07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A9B39E-1FA6-EF05-C79A-082B924D9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FDF9C-82D7-0445-A4D7-75756A347F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5753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FAF2EC-19C8-2B6A-1147-4306DDDC30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99A07E-238E-E109-FD66-634E23EDA0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839AD1-C34B-5621-BE4C-9CE5CB803D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08A58-EBBD-6F4C-84C4-349B94FCD322}" type="datetimeFigureOut">
              <a:rPr lang="en-US" smtClean="0"/>
              <a:t>11/5/22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868CDC-2DD5-9025-E8AF-53ADA6E92D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C81CD3-E277-004C-03AF-741B47ED34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FDF9C-82D7-0445-A4D7-75756A347F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60400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6B625D-9B90-4E6B-8E4F-946E15202C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562B5B-6EA9-105D-42C2-26D4FB5965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8F03EF-E12D-6E6D-4E3C-7C5E435B1D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08A58-EBBD-6F4C-84C4-349B94FCD322}" type="datetimeFigureOut">
              <a:rPr lang="en-US" smtClean="0"/>
              <a:t>11/5/22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05D4CD-1EE9-2294-EEE9-1B4D6BD919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426471-AB35-055A-682E-EDFA4D039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FDF9C-82D7-0445-A4D7-75756A347F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6432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6A19C3-AD1F-3DC8-33DD-6CB529CDE0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9DD79E-2DA7-B8CF-4FED-9EDD741D9B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113E52-A1A0-1865-166E-A3A3C28C74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DBC9A3-ED9C-FE10-3959-CEBD47989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08A58-EBBD-6F4C-84C4-349B94FCD322}" type="datetimeFigureOut">
              <a:rPr lang="en-US" smtClean="0"/>
              <a:t>11/5/22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7B83F0-3FA4-32A8-1E98-C74F1A9594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200D55-F96D-DDD4-37B7-4BAC6D935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FDF9C-82D7-0445-A4D7-75756A347F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36145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924AEA-E6F0-1DDF-25B5-543A9B97F6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66F7D9-19C5-E621-0E96-F89A7C3110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4150AE-2291-3CDC-AA47-6775709A4E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3B97ADE-23CA-2C8B-3AFB-9CD9C1A80D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4BB9BC0-8F6E-65E1-19DF-410F26058F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F1D341E-362F-7690-AB3D-9C6DDA455F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08A58-EBBD-6F4C-84C4-349B94FCD322}" type="datetimeFigureOut">
              <a:rPr lang="en-US" smtClean="0"/>
              <a:t>11/5/22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CB1C068-11B3-6F5A-8718-3B2B6CC5DA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0EF0FE0-CF92-3CDC-2F8A-820F82EE70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FDF9C-82D7-0445-A4D7-75756A347F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513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F4CECD-089D-595E-8378-5F73C0CC23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820335A-93F3-9628-AE10-53B7628E65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08A58-EBBD-6F4C-84C4-349B94FCD322}" type="datetimeFigureOut">
              <a:rPr lang="en-US" smtClean="0"/>
              <a:t>11/5/22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DA5C398-31CA-B8BF-FD5A-74F01539C6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F6E484-0C4F-7A9D-C6E7-EFF23B1A4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FDF9C-82D7-0445-A4D7-75756A347F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28420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002EB3A-4302-3BCE-517F-3CDE9D0B3A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08A58-EBBD-6F4C-84C4-349B94FCD322}" type="datetimeFigureOut">
              <a:rPr lang="en-US" smtClean="0"/>
              <a:t>11/5/22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3C38ED-18BE-DF7A-279D-A6D95E2E8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4ED98C-64F6-8484-F89C-74CBC6001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FDF9C-82D7-0445-A4D7-75756A347F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94663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13AF7E-B0DD-D120-CBA6-2DF631A5D3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D8F299-D3B7-DB82-BA5A-D098467942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FE2088-E43C-BC1F-0998-A42B5415CA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7BD47D-1809-8471-260F-B3A310D19E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08A58-EBBD-6F4C-84C4-349B94FCD322}" type="datetimeFigureOut">
              <a:rPr lang="en-US" smtClean="0"/>
              <a:t>11/5/22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6A9840-0BE4-11B7-AC1C-85879C3E18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AFDF3C-F86F-FBB3-E028-594EB530C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FDF9C-82D7-0445-A4D7-75756A347F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33418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ACFD9-35AA-6896-3DFE-BB36BD176A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8C99CE5-1E73-7B15-C6C7-B49D8B2B59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A9064D-BB3E-5E95-94D8-EA194A2E90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6BB03E-44DC-2E23-044F-E4EE06E96B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08A58-EBBD-6F4C-84C4-349B94FCD322}" type="datetimeFigureOut">
              <a:rPr lang="en-US" smtClean="0"/>
              <a:t>11/5/22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37846B-5CAF-FCAE-E8C7-299202A885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BFEF70-3234-3BF4-D9A3-B4262008BB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FDF9C-82D7-0445-A4D7-75756A347F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41141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E5935C-C5A4-7F55-3B10-B6614AA773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AF0502-3280-D005-7584-B13D070F12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3A8E3A-5AEC-F4A6-D254-BC15C58602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08A58-EBBD-6F4C-84C4-349B94FCD322}" type="datetimeFigureOut">
              <a:rPr lang="en-US" smtClean="0"/>
              <a:t>11/5/22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32C160-8EBF-6456-65AF-51B673D178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AD9D05-CC93-A620-C6DE-B2C894059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FDF9C-82D7-0445-A4D7-75756A347F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93926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775A975-A079-7CA8-999B-99F0013E453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DB6CAA-C191-A5B8-5F1D-99AC5EA5FD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1F2F1D-1D46-D049-B7BB-B25B8D1C90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08A58-EBBD-6F4C-84C4-349B94FCD322}" type="datetimeFigureOut">
              <a:rPr lang="en-US" smtClean="0"/>
              <a:t>11/5/22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1C643D-1AD8-1095-72DF-2D156AFF5D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849328-89A9-BA7B-0077-AB2E7EC785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FDF9C-82D7-0445-A4D7-75756A347F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32778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5179A41-E35C-77CB-9D84-1A3907D0B0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6E621A-3A19-A3BB-EE5E-EB370EA5D9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B8652D-EAD2-E782-2826-28ACB740550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508A58-EBBD-6F4C-84C4-349B94FCD322}" type="datetimeFigureOut">
              <a:rPr lang="en-US" smtClean="0"/>
              <a:t>11/5/22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1A53DB-6AE9-3A07-262E-A2B42BD919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C65A9F-52B1-FCAB-3504-5F9DEF2D17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AFDF9C-82D7-0445-A4D7-75756A347F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15878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13AD0A83-5E6B-9F76-272F-0D604D87DAA3}"/>
              </a:ext>
            </a:extLst>
          </p:cNvPr>
          <p:cNvGrpSpPr/>
          <p:nvPr/>
        </p:nvGrpSpPr>
        <p:grpSpPr>
          <a:xfrm>
            <a:off x="5647038" y="2483708"/>
            <a:ext cx="3633621" cy="1161535"/>
            <a:chOff x="5647038" y="2483708"/>
            <a:chExt cx="3633621" cy="1161535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F3EC5F48-A8F1-BB37-52B9-C17D6D65C869}"/>
                </a:ext>
              </a:extLst>
            </p:cNvPr>
            <p:cNvSpPr/>
            <p:nvPr/>
          </p:nvSpPr>
          <p:spPr>
            <a:xfrm>
              <a:off x="5647038" y="2483708"/>
              <a:ext cx="1248032" cy="1161535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508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0" b="1" dirty="0">
                  <a:solidFill>
                    <a:srgbClr val="FF0000"/>
                  </a:solidFill>
                  <a:latin typeface="Chalkduster" panose="03050602040202020205" pitchFamily="66" charset="77"/>
                  <a:ea typeface="Brush Script MT" panose="03060802040406070304" pitchFamily="66" charset="-122"/>
                  <a:cs typeface="Brush Script MT" panose="03060802040406070304" pitchFamily="66" charset="-122"/>
                </a:rPr>
                <a:t>N</a:t>
              </a: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B78DC23-7FAB-DE5D-237A-7A78532961AB}"/>
                </a:ext>
              </a:extLst>
            </p:cNvPr>
            <p:cNvSpPr/>
            <p:nvPr/>
          </p:nvSpPr>
          <p:spPr>
            <a:xfrm>
              <a:off x="6895070" y="2648976"/>
              <a:ext cx="2385589" cy="830997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GB" sz="4800" b="0" cap="none" spc="0" dirty="0" err="1">
                  <a:ln w="0"/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latin typeface="Apple Chancery" panose="03020702040506060504" pitchFamily="66" charset="-79"/>
                  <a:cs typeface="Apple Chancery" panose="03020702040506060504" pitchFamily="66" charset="-79"/>
                </a:rPr>
                <a:t>umeracy</a:t>
              </a:r>
              <a:endParaRPr lang="en-GB" sz="48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pple Chancery" panose="03020702040506060504" pitchFamily="66" charset="-79"/>
                <a:cs typeface="Apple Chancery" panose="03020702040506060504" pitchFamily="66" charset="-79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972491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B78DC23-7FAB-DE5D-237A-7A78532961AB}"/>
              </a:ext>
            </a:extLst>
          </p:cNvPr>
          <p:cNvSpPr/>
          <p:nvPr/>
        </p:nvSpPr>
        <p:spPr>
          <a:xfrm>
            <a:off x="6623361" y="2648976"/>
            <a:ext cx="2929007" cy="830997"/>
          </a:xfrm>
          <a:prstGeom prst="rect">
            <a:avLst/>
          </a:prstGeom>
          <a:solidFill>
            <a:srgbClr val="C00000"/>
          </a:solidFill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GB" sz="4800" b="0" cap="none" spc="0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pple Chancery" panose="03020702040506060504" pitchFamily="66" charset="-79"/>
                <a:cs typeface="Apple Chancery" panose="03020702040506060504" pitchFamily="66" charset="-79"/>
              </a:rPr>
              <a:t>Numeracy</a:t>
            </a:r>
          </a:p>
        </p:txBody>
      </p:sp>
    </p:spTree>
    <p:extLst>
      <p:ext uri="{BB962C8B-B14F-4D97-AF65-F5344CB8AC3E}">
        <p14:creationId xmlns:p14="http://schemas.microsoft.com/office/powerpoint/2010/main" val="38696773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3</Words>
  <Application>Microsoft Macintosh PowerPoint</Application>
  <PresentationFormat>Widescreen</PresentationFormat>
  <Paragraphs>3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Apple Chancery</vt:lpstr>
      <vt:lpstr>Arial</vt:lpstr>
      <vt:lpstr>Calibri</vt:lpstr>
      <vt:lpstr>Calibri Light</vt:lpstr>
      <vt:lpstr>Chalkduster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Daryanto, Ahmad</dc:creator>
  <cp:lastModifiedBy>Daryanto, Ahmad</cp:lastModifiedBy>
  <cp:revision>1</cp:revision>
  <dcterms:created xsi:type="dcterms:W3CDTF">2022-11-05T11:00:53Z</dcterms:created>
  <dcterms:modified xsi:type="dcterms:W3CDTF">2022-11-05T12:43:07Z</dcterms:modified>
</cp:coreProperties>
</file>