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4A10BE-C021-F04C-8006-266134D92D80}" v="9" dt="2022-11-05T12:46:32.9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454A10BE-C021-F04C-8006-266134D92D80}"/>
    <pc:docChg chg="undo custSel addSld modSld">
      <pc:chgData name="Daryanto, Ahmad" userId="61940c2a-8427-4576-9f17-0c8fab086415" providerId="ADAL" clId="{454A10BE-C021-F04C-8006-266134D92D80}" dt="2022-11-05T12:48:58.597" v="45" actId="1076"/>
      <pc:docMkLst>
        <pc:docMk/>
      </pc:docMkLst>
      <pc:sldChg chg="modSp mod">
        <pc:chgData name="Daryanto, Ahmad" userId="61940c2a-8427-4576-9f17-0c8fab086415" providerId="ADAL" clId="{454A10BE-C021-F04C-8006-266134D92D80}" dt="2022-11-05T12:41:31.198" v="1" actId="20577"/>
        <pc:sldMkLst>
          <pc:docMk/>
          <pc:sldMk cId="1797249142" sldId="256"/>
        </pc:sldMkLst>
        <pc:spChg chg="mod">
          <ac:chgData name="Daryanto, Ahmad" userId="61940c2a-8427-4576-9f17-0c8fab086415" providerId="ADAL" clId="{454A10BE-C021-F04C-8006-266134D92D80}" dt="2022-11-05T12:41:31.198" v="1" actId="20577"/>
          <ac:spMkLst>
            <pc:docMk/>
            <pc:sldMk cId="1797249142" sldId="256"/>
            <ac:spMk id="5" creationId="{BB78DC23-7FAB-DE5D-237A-7A78532961AB}"/>
          </ac:spMkLst>
        </pc:spChg>
      </pc:sldChg>
      <pc:sldChg chg="addSp delSp modSp add mod">
        <pc:chgData name="Daryanto, Ahmad" userId="61940c2a-8427-4576-9f17-0c8fab086415" providerId="ADAL" clId="{454A10BE-C021-F04C-8006-266134D92D80}" dt="2022-11-05T12:48:58.597" v="45" actId="1076"/>
        <pc:sldMkLst>
          <pc:docMk/>
          <pc:sldMk cId="3869677343" sldId="257"/>
        </pc:sldMkLst>
        <pc:spChg chg="add mod">
          <ac:chgData name="Daryanto, Ahmad" userId="61940c2a-8427-4576-9f17-0c8fab086415" providerId="ADAL" clId="{454A10BE-C021-F04C-8006-266134D92D80}" dt="2022-11-05T12:45:42.126" v="11"/>
          <ac:spMkLst>
            <pc:docMk/>
            <pc:sldMk cId="3869677343" sldId="257"/>
            <ac:spMk id="2" creationId="{940D8ACC-0FB8-2528-14F9-6BCD566D7970}"/>
          </ac:spMkLst>
        </pc:spChg>
        <pc:spChg chg="add del mod">
          <ac:chgData name="Daryanto, Ahmad" userId="61940c2a-8427-4576-9f17-0c8fab086415" providerId="ADAL" clId="{454A10BE-C021-F04C-8006-266134D92D80}" dt="2022-11-05T12:45:46.885" v="13"/>
          <ac:spMkLst>
            <pc:docMk/>
            <pc:sldMk cId="3869677343" sldId="257"/>
            <ac:spMk id="3" creationId="{79D9D95D-0BA4-F322-9D0C-A19DF64DC1C1}"/>
          </ac:spMkLst>
        </pc:spChg>
        <pc:spChg chg="add mod">
          <ac:chgData name="Daryanto, Ahmad" userId="61940c2a-8427-4576-9f17-0c8fab086415" providerId="ADAL" clId="{454A10BE-C021-F04C-8006-266134D92D80}" dt="2022-11-05T12:46:03.079" v="16" actId="207"/>
          <ac:spMkLst>
            <pc:docMk/>
            <pc:sldMk cId="3869677343" sldId="257"/>
            <ac:spMk id="4" creationId="{73096A0E-487C-8A2D-058D-59A182B23714}"/>
          </ac:spMkLst>
        </pc:spChg>
        <pc:spChg chg="del topLvl">
          <ac:chgData name="Daryanto, Ahmad" userId="61940c2a-8427-4576-9f17-0c8fab086415" providerId="ADAL" clId="{454A10BE-C021-F04C-8006-266134D92D80}" dt="2022-11-05T12:41:46.556" v="4" actId="478"/>
          <ac:spMkLst>
            <pc:docMk/>
            <pc:sldMk cId="3869677343" sldId="257"/>
            <ac:spMk id="4" creationId="{F3EC5F48-A8F1-BB37-52B9-C17D6D65C869}"/>
          </ac:spMkLst>
        </pc:spChg>
        <pc:spChg chg="mod topLvl">
          <ac:chgData name="Daryanto, Ahmad" userId="61940c2a-8427-4576-9f17-0c8fab086415" providerId="ADAL" clId="{454A10BE-C021-F04C-8006-266134D92D80}" dt="2022-11-05T12:43:04.223" v="8" actId="207"/>
          <ac:spMkLst>
            <pc:docMk/>
            <pc:sldMk cId="3869677343" sldId="257"/>
            <ac:spMk id="5" creationId="{BB78DC23-7FAB-DE5D-237A-7A78532961AB}"/>
          </ac:spMkLst>
        </pc:spChg>
        <pc:spChg chg="add mod">
          <ac:chgData name="Daryanto, Ahmad" userId="61940c2a-8427-4576-9f17-0c8fab086415" providerId="ADAL" clId="{454A10BE-C021-F04C-8006-266134D92D80}" dt="2022-11-05T12:46:15.824" v="19" actId="207"/>
          <ac:spMkLst>
            <pc:docMk/>
            <pc:sldMk cId="3869677343" sldId="257"/>
            <ac:spMk id="6" creationId="{BCD15FBC-EC5C-565D-1139-4846A036AD70}"/>
          </ac:spMkLst>
        </pc:spChg>
        <pc:spChg chg="add mod">
          <ac:chgData name="Daryanto, Ahmad" userId="61940c2a-8427-4576-9f17-0c8fab086415" providerId="ADAL" clId="{454A10BE-C021-F04C-8006-266134D92D80}" dt="2022-11-05T12:48:58.597" v="45" actId="1076"/>
          <ac:spMkLst>
            <pc:docMk/>
            <pc:sldMk cId="3869677343" sldId="257"/>
            <ac:spMk id="7" creationId="{EA0FFEE8-BAE5-EDFD-0BAE-ACEED8E5DE62}"/>
          </ac:spMkLst>
        </pc:spChg>
        <pc:spChg chg="add del mod">
          <ac:chgData name="Daryanto, Ahmad" userId="61940c2a-8427-4576-9f17-0c8fab086415" providerId="ADAL" clId="{454A10BE-C021-F04C-8006-266134D92D80}" dt="2022-11-05T12:46:35.748" v="30" actId="478"/>
          <ac:spMkLst>
            <pc:docMk/>
            <pc:sldMk cId="3869677343" sldId="257"/>
            <ac:spMk id="8" creationId="{AB30D067-565B-D662-E420-D8AF26E8D17F}"/>
          </ac:spMkLst>
        </pc:spChg>
        <pc:grpChg chg="del">
          <ac:chgData name="Daryanto, Ahmad" userId="61940c2a-8427-4576-9f17-0c8fab086415" providerId="ADAL" clId="{454A10BE-C021-F04C-8006-266134D92D80}" dt="2022-11-05T12:41:46.556" v="4" actId="478"/>
          <ac:grpSpMkLst>
            <pc:docMk/>
            <pc:sldMk cId="3869677343" sldId="257"/>
            <ac:grpSpMk id="6" creationId="{13AD0A83-5E6B-9F76-272F-0D604D87DAA3}"/>
          </ac:grpSpMkLst>
        </pc:grpChg>
        <pc:grpChg chg="add mod">
          <ac:chgData name="Daryanto, Ahmad" userId="61940c2a-8427-4576-9f17-0c8fab086415" providerId="ADAL" clId="{454A10BE-C021-F04C-8006-266134D92D80}" dt="2022-11-05T12:47:33.513" v="42" actId="14100"/>
          <ac:grpSpMkLst>
            <pc:docMk/>
            <pc:sldMk cId="3869677343" sldId="257"/>
            <ac:grpSpMk id="9" creationId="{449A0B94-8269-D88C-E50C-61A9CE43BF41}"/>
          </ac:grpSpMkLst>
        </pc:grpChg>
        <pc:grpChg chg="add">
          <ac:chgData name="Daryanto, Ahmad" userId="61940c2a-8427-4576-9f17-0c8fab086415" providerId="ADAL" clId="{454A10BE-C021-F04C-8006-266134D92D80}" dt="2022-11-05T12:47:59.534" v="44" actId="164"/>
          <ac:grpSpMkLst>
            <pc:docMk/>
            <pc:sldMk cId="3869677343" sldId="257"/>
            <ac:grpSpMk id="10" creationId="{D44510EE-1026-BD99-DA37-3AAEB1FBB98A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32947-1795-28D4-67A6-A8A6318D5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B23CCE-55F9-820F-145D-A6F2C67E5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FF46-3A9A-1411-0C69-BC4ADCF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CB74-4E23-C124-EA69-7357064C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B39E-1FA6-EF05-C79A-082B924D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5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2EC-19C8-2B6A-1147-4306DDDC3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A07E-238E-E109-FD66-634E23ED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39AD1-C34B-5621-BE4C-9CE5CB803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68CDC-2DD5-9025-E8AF-53ADA6E92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81CD3-E277-004C-03AF-741B47ED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625D-9B90-4E6B-8E4F-946E1520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62B5B-6EA9-105D-42C2-26D4FB596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03EF-E12D-6E6D-4E3C-7C5E435B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5D4CD-1EE9-2294-EEE9-1B4D6BD9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6471-AB35-055A-682E-EDFA4D03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43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19C3-AD1F-3DC8-33DD-6CB529CD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DD79E-2DA7-B8CF-4FED-9EDD741D9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13E52-A1A0-1865-166E-A3A3C28C7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BC9A3-ED9C-FE10-3959-CEBD4798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B83F0-3FA4-32A8-1E98-C74F1A95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00D55-F96D-DDD4-37B7-4BAC6D935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614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4AEA-E6F0-1DDF-25B5-543A9B97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6F7D9-19C5-E621-0E96-F89A7C311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150AE-2291-3CDC-AA47-6775709A4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B97ADE-23CA-2C8B-3AFB-9CD9C1A80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BB9BC0-8F6E-65E1-19DF-410F26058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D341E-362F-7690-AB3D-9C6DDA455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1C068-11B3-6F5A-8718-3B2B6CC5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F0FE0-CF92-3CDC-2F8A-820F82EE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1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4CECD-089D-595E-8378-5F73C0CC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20335A-93F3-9628-AE10-53B7628E6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5C398-31CA-B8BF-FD5A-74F01539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6E484-0C4F-7A9D-C6E7-EFF23B1A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42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02EB3A-4302-3BCE-517F-3CDE9D0B3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3C38ED-18BE-DF7A-279D-A6D95E2E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ED98C-64F6-8484-F89C-74CBC6001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6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AF7E-B0DD-D120-CBA6-2DF631A5D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8F299-D3B7-DB82-BA5A-D09846794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E2088-E43C-BC1F-0998-A42B5415C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BD47D-1809-8471-260F-B3A310D19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9840-0BE4-11B7-AC1C-85879C3E1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FDF3C-F86F-FBB3-E028-594EB530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4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ACFD9-35AA-6896-3DFE-BB36BD17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99CE5-1E73-7B15-C6C7-B49D8B2B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9064D-BB3E-5E95-94D8-EA194A2E9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B03E-44DC-2E23-044F-E4EE06E96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846B-5CAF-FCAE-E8C7-299202A8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FEF70-3234-3BF4-D9A3-B4262008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935C-C5A4-7F55-3B10-B6614AA77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F0502-3280-D005-7584-B13D070F1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A8E3A-5AEC-F4A6-D254-BC15C5860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2C160-8EBF-6456-65AF-51B673D1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D9D05-CC93-A620-C6DE-B2C894059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9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75A975-A079-7CA8-999B-99F0013E4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B6CAA-C191-A5B8-5F1D-99AC5EA5F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2F1D-1D46-D049-B7BB-B25B8D1C9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C643D-1AD8-1095-72DF-2D156AFF5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49328-89A9-BA7B-0077-AB2E7EC7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179A41-E35C-77CB-9D84-1A3907D0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E621A-3A19-A3BB-EE5E-EB370EA5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8652D-EAD2-E782-2826-28ACB74055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08A58-EBBD-6F4C-84C4-349B94FCD322}" type="datetimeFigureOut">
              <a:rPr lang="en-US" smtClean="0"/>
              <a:t>11/9/22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A53DB-6AE9-3A07-262E-A2B42BD91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65A9F-52B1-FCAB-3504-5F9DEF2D1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AD0A83-5E6B-9F76-272F-0D604D87DAA3}"/>
              </a:ext>
            </a:extLst>
          </p:cNvPr>
          <p:cNvGrpSpPr/>
          <p:nvPr/>
        </p:nvGrpSpPr>
        <p:grpSpPr>
          <a:xfrm>
            <a:off x="5647038" y="2483708"/>
            <a:ext cx="3633621" cy="1161535"/>
            <a:chOff x="5647038" y="2483708"/>
            <a:chExt cx="3633621" cy="116153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3EC5F48-A8F1-BB37-52B9-C17D6D65C869}"/>
                </a:ext>
              </a:extLst>
            </p:cNvPr>
            <p:cNvSpPr/>
            <p:nvPr/>
          </p:nvSpPr>
          <p:spPr>
            <a:xfrm>
              <a:off x="5647038" y="2483708"/>
              <a:ext cx="1248032" cy="116153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08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0" b="1" dirty="0">
                  <a:solidFill>
                    <a:srgbClr val="FF0000"/>
                  </a:solidFill>
                  <a:latin typeface="Chalkduster" panose="03050602040202020205" pitchFamily="66" charset="77"/>
                  <a:ea typeface="Brush Script MT" panose="03060802040406070304" pitchFamily="66" charset="-122"/>
                  <a:cs typeface="Brush Script MT" panose="03060802040406070304" pitchFamily="66" charset="-122"/>
                </a:rPr>
                <a:t>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78DC23-7FAB-DE5D-237A-7A78532961AB}"/>
                </a:ext>
              </a:extLst>
            </p:cNvPr>
            <p:cNvSpPr/>
            <p:nvPr/>
          </p:nvSpPr>
          <p:spPr>
            <a:xfrm>
              <a:off x="6895070" y="2648976"/>
              <a:ext cx="2385589" cy="83099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GB" sz="4800" b="0" cap="none" spc="0" dirty="0" err="1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umeracy</a:t>
              </a:r>
              <a:endParaRPr lang="en-GB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724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78DC23-7FAB-DE5D-237A-7A78532961AB}"/>
              </a:ext>
            </a:extLst>
          </p:cNvPr>
          <p:cNvSpPr/>
          <p:nvPr/>
        </p:nvSpPr>
        <p:spPr>
          <a:xfrm>
            <a:off x="667405" y="474187"/>
            <a:ext cx="2929007" cy="830997"/>
          </a:xfrm>
          <a:prstGeom prst="rect">
            <a:avLst/>
          </a:prstGeom>
          <a:solidFill>
            <a:srgbClr val="C00000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8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rPr>
              <a:t>Numeracy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6996489" y="2372492"/>
            <a:ext cx="4114799" cy="2945565"/>
            <a:chOff x="6996489" y="2372492"/>
            <a:chExt cx="4114799" cy="29455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44510EE-1026-BD99-DA37-3AAEB1FBB98A}"/>
                </a:ext>
              </a:extLst>
            </p:cNvPr>
            <p:cNvGrpSpPr/>
            <p:nvPr/>
          </p:nvGrpSpPr>
          <p:grpSpPr>
            <a:xfrm>
              <a:off x="6996489" y="4420531"/>
              <a:ext cx="4114799" cy="897526"/>
              <a:chOff x="6786425" y="4748945"/>
              <a:chExt cx="4114799" cy="89752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49A0B94-8269-D88C-E50C-61A9CE43BF41}"/>
                  </a:ext>
                </a:extLst>
              </p:cNvPr>
              <p:cNvGrpSpPr/>
              <p:nvPr/>
            </p:nvGrpSpPr>
            <p:grpSpPr>
              <a:xfrm>
                <a:off x="6786425" y="4748945"/>
                <a:ext cx="3024840" cy="830997"/>
                <a:chOff x="6775761" y="4240923"/>
                <a:chExt cx="2602878" cy="588580"/>
              </a:xfrm>
            </p:grpSpPr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73096A0E-487C-8A2D-058D-59A182B23714}"/>
                    </a:ext>
                  </a:extLst>
                </p:cNvPr>
                <p:cNvSpPr txBox="1"/>
                <p:nvPr/>
              </p:nvSpPr>
              <p:spPr>
                <a:xfrm>
                  <a:off x="6775761" y="4240924"/>
                  <a:ext cx="1301439" cy="588579"/>
                </a:xfrm>
                <a:prstGeom prst="rect">
                  <a:avLst/>
                </a:prstGeom>
                <a:solidFill>
                  <a:srgbClr val="C00000"/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D15FBC-EC5C-565D-1139-4846A036AD70}"/>
                    </a:ext>
                  </a:extLst>
                </p:cNvPr>
                <p:cNvSpPr txBox="1"/>
                <p:nvPr/>
              </p:nvSpPr>
              <p:spPr>
                <a:xfrm>
                  <a:off x="8077200" y="4240923"/>
                  <a:ext cx="1301439" cy="588579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0FFEE8-BAE5-EDFD-0BAE-ACEED8E5DE62}"/>
                  </a:ext>
                </a:extLst>
              </p:cNvPr>
              <p:cNvSpPr txBox="1"/>
              <p:nvPr/>
            </p:nvSpPr>
            <p:spPr>
              <a:xfrm>
                <a:off x="6872922" y="4815474"/>
                <a:ext cx="402830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dirty="0">
                    <a:ln w="0"/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Numeracy</a:t>
                </a:r>
              </a:p>
            </p:txBody>
          </p:sp>
        </p:grp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7735713" y="2372492"/>
              <a:ext cx="1719385" cy="21145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967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3503071" y="2878191"/>
            <a:ext cx="4131137" cy="1327018"/>
            <a:chOff x="7012390" y="4107724"/>
            <a:chExt cx="4131137" cy="13270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0FFEE8-BAE5-EDFD-0BAE-ACEED8E5DE62}"/>
                </a:ext>
              </a:extLst>
            </p:cNvPr>
            <p:cNvSpPr txBox="1"/>
            <p:nvPr/>
          </p:nvSpPr>
          <p:spPr>
            <a:xfrm>
              <a:off x="7012390" y="4487060"/>
              <a:ext cx="413113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Numeracy</a:t>
              </a:r>
            </a:p>
          </p:txBody>
        </p: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9996617" y="4107724"/>
              <a:ext cx="1079017" cy="13270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9044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Apple Chancery</vt:lpstr>
      <vt:lpstr>Arial</vt:lpstr>
      <vt:lpstr>Calibri</vt:lpstr>
      <vt:lpstr>Calibri Light</vt:lpstr>
      <vt:lpstr>Chalkduster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2</cp:revision>
  <dcterms:created xsi:type="dcterms:W3CDTF">2022-11-05T11:00:53Z</dcterms:created>
  <dcterms:modified xsi:type="dcterms:W3CDTF">2022-11-09T15:48:30Z</dcterms:modified>
</cp:coreProperties>
</file>